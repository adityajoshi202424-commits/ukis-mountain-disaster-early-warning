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xmlns:p16="http://schemas.microsoft.com/office/powerpoint/2015/09/main" spd="med">
    <p16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